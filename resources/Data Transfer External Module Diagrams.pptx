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460CA4-804F-4AB7-85EF-D661CDFF4B1E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E31BD-1051-47AB-9E2B-1C9AF88F4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 this slide in JPEG format as data-transfer-projects.jpg. Resize the .jpg file to 70% of original size. Crop the image to remove the huge </a:t>
            </a:r>
            <a:r>
              <a:rPr lang="en-US"/>
              <a:t>margins. </a:t>
            </a:r>
            <a:r>
              <a:rPr lang="en-US" dirty="0"/>
              <a:t>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E31BD-1051-47AB-9E2B-1C9AF88F4D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5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6154-AAE0-297E-E834-A42D8A2D1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17CBC-D9E3-36FE-A140-9E78CBB25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E6832-9FB9-91BE-EDC6-D3D35DBB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69513-FFC4-7D9E-A8C0-1C73B368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31016-CA4C-D28F-D6CD-42A33D6B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5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B1C2-B43A-755A-3F24-7BB4684E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CBE5-61D0-EBFA-02D0-65553D6A8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26499-87E5-C132-93EB-D2404CD0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98B4A-37FB-A410-97DF-5BDAC64E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53A33-E6A0-7C25-E7BF-70D87942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9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29CB-5919-3C5F-BC42-615D315FE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07A51-9248-DC59-D919-512048B9A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FAA7A-30C4-D45B-6C53-6B5D3270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B6FB4-4E87-8D65-1292-54FC3303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4196A-F400-B2A5-9080-FFDB7D00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4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4357-7304-FDF3-DF8C-CDAD08B0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D008E-EFF7-54B3-9ACD-79AE7B506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6F2C2-EE3A-4785-56F6-E8B0A5A7D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D154E-75FB-8CFD-2363-C6292D4E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78C7-8018-2A99-627C-63AB9B9A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B3932-F921-58AA-3738-B68AF8CE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2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8472-D774-0D39-22C3-A47C5F216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DE610-B6A7-6497-9821-0A1C0DD39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FAE8E-1D35-71AC-384D-484DDF4AE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ABC1E-AFB0-40C9-0017-4DBD37FB3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C19F96-84AF-558F-5ED0-3CDD5A3C4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2DDBA-B167-AEF1-8545-F2493F8F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E0E52-18A0-3E34-62E5-0EDA22A4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560B02-8C27-16CA-36CC-19AA29CA9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BCBC-9920-2454-581E-5FC317199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12394-3DA0-FF3F-DEBE-27308B2D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370B9-7A68-951C-F1EF-4EB38DD98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D9E45-E717-93BF-7F8C-83EA84C9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2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55B3F-09B7-9B0B-DC96-5FBD3B99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BBC5F-0BB9-33A3-F497-8B25BA0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47F28-65B3-B086-219D-8EB0D60D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3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60E2-07D6-B1D3-7AFE-C8C6F8F2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4D419-BAA8-9C02-7A31-A158B9706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D357F-62C2-0299-6370-7CF2A7258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F9190-5B5E-ABBF-4B9E-2C62617F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86EF1-3EDB-98A6-9CD8-8F15BCC2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F1111-65F9-6E3B-9435-ADCFB1DA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7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D512-CB93-953C-4587-C9D807A84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F2ACC7-40F8-206A-775F-E4261DACAE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D8A33-2231-7041-6EDA-CBFDB64A4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45CE2-3513-133F-48AD-18E62648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661D9-B4D5-76A0-57C3-7B41FF7A1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706F0-645D-03F1-D4ED-0D6D1A54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0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E3DB-B720-B98D-A484-FB8EA221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3FEB9-D0AC-96B8-0B51-2BFF37369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628-B0C2-F38D-AEB5-3E49FD76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DA968-37AC-B080-9D92-49A3BDE7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AAABB-AA87-03F4-901A-82D48F87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3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6F58D-6378-4C4A-615E-AF7FEFB96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6A368-E072-9612-823D-BB7542D58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969B9-B0B7-DB22-039E-2E456F26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2289A-270B-3DD6-F043-896AB56B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D1A62-2F4D-521A-9549-C35DAA8B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E4C5B-EC2C-4497-3E6B-49E9AD343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4EBCE-70A1-9172-5539-AA8B0F7FD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43212-6365-88A3-7795-07F05F964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56D60-9BD5-4BB3-A83D-181C21AF0BC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DF10C-95EE-A9B3-4479-0DA64E722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31AA4-4B28-A32D-81D4-E06A48695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4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7872-DFE2-122A-D538-4738F41A8B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Transfer External Module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0C076-ED59-3E77-35FC-ECE1478C16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Jim Mullen</a:t>
            </a:r>
          </a:p>
        </p:txBody>
      </p:sp>
    </p:spTree>
    <p:extLst>
      <p:ext uri="{BB962C8B-B14F-4D97-AF65-F5344CB8AC3E}">
        <p14:creationId xmlns:p14="http://schemas.microsoft.com/office/powerpoint/2010/main" val="2555766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374C55-E745-AB9B-AE2B-B11792EB7910}"/>
              </a:ext>
            </a:extLst>
          </p:cNvPr>
          <p:cNvSpPr/>
          <p:nvPr/>
        </p:nvSpPr>
        <p:spPr>
          <a:xfrm>
            <a:off x="1150374" y="1553496"/>
            <a:ext cx="2939845" cy="25803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54E7A0-404C-95CC-90E9-E1A22979809C}"/>
              </a:ext>
            </a:extLst>
          </p:cNvPr>
          <p:cNvSpPr/>
          <p:nvPr/>
        </p:nvSpPr>
        <p:spPr>
          <a:xfrm>
            <a:off x="1400119" y="2364350"/>
            <a:ext cx="2438399" cy="157377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Data Transfer Configuration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B6C12-7B27-4317-E255-47D432C11391}"/>
              </a:ext>
            </a:extLst>
          </p:cNvPr>
          <p:cNvSpPr txBox="1"/>
          <p:nvPr/>
        </p:nvSpPr>
        <p:spPr>
          <a:xfrm>
            <a:off x="1939653" y="1184164"/>
            <a:ext cx="1326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“A”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59932-90EF-76E5-AD1F-453644E41E11}"/>
              </a:ext>
            </a:extLst>
          </p:cNvPr>
          <p:cNvSpPr txBox="1"/>
          <p:nvPr/>
        </p:nvSpPr>
        <p:spPr>
          <a:xfrm>
            <a:off x="1476329" y="4133842"/>
            <a:ext cx="241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Configuration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3D62B3-9ACA-3DD3-6DDE-DDBD435E92D1}"/>
              </a:ext>
            </a:extLst>
          </p:cNvPr>
          <p:cNvSpPr/>
          <p:nvPr/>
        </p:nvSpPr>
        <p:spPr>
          <a:xfrm>
            <a:off x="7634748" y="1548584"/>
            <a:ext cx="2939845" cy="25803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8F33E-EF35-75E7-B077-57858091EB00}"/>
              </a:ext>
            </a:extLst>
          </p:cNvPr>
          <p:cNvSpPr txBox="1"/>
          <p:nvPr/>
        </p:nvSpPr>
        <p:spPr>
          <a:xfrm>
            <a:off x="8429677" y="1179252"/>
            <a:ext cx="1349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“B”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EEB699-9E15-21D2-DE7C-626BC264435F}"/>
              </a:ext>
            </a:extLst>
          </p:cNvPr>
          <p:cNvSpPr txBox="1"/>
          <p:nvPr/>
        </p:nvSpPr>
        <p:spPr>
          <a:xfrm>
            <a:off x="8251198" y="4163337"/>
            <a:ext cx="1834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Transfer Project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2C1939-0EEC-A6E2-0A51-E763246F40D2}"/>
              </a:ext>
            </a:extLst>
          </p:cNvPr>
          <p:cNvCxnSpPr/>
          <p:nvPr/>
        </p:nvCxnSpPr>
        <p:spPr>
          <a:xfrm>
            <a:off x="4090219" y="2064774"/>
            <a:ext cx="3544529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292C06-184D-CD3D-9503-F641860899C3}"/>
              </a:ext>
            </a:extLst>
          </p:cNvPr>
          <p:cNvSpPr txBox="1"/>
          <p:nvPr/>
        </p:nvSpPr>
        <p:spPr>
          <a:xfrm>
            <a:off x="4093907" y="1606952"/>
            <a:ext cx="358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(source)       </a:t>
            </a:r>
            <a:r>
              <a:rPr lang="en-US" b="1" dirty="0"/>
              <a:t>export </a:t>
            </a:r>
            <a:r>
              <a:rPr lang="en-US" dirty="0"/>
              <a:t>     (destination)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534BCD-2898-AE4D-7BDE-4379005FD12D}"/>
              </a:ext>
            </a:extLst>
          </p:cNvPr>
          <p:cNvCxnSpPr>
            <a:cxnSpLocks/>
          </p:cNvCxnSpPr>
          <p:nvPr/>
        </p:nvCxnSpPr>
        <p:spPr>
          <a:xfrm flipH="1" flipV="1">
            <a:off x="4088263" y="3322685"/>
            <a:ext cx="3544529" cy="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D92AB46-71B6-2622-34EF-5BA192E3EAC6}"/>
              </a:ext>
            </a:extLst>
          </p:cNvPr>
          <p:cNvSpPr txBox="1"/>
          <p:nvPr/>
        </p:nvSpPr>
        <p:spPr>
          <a:xfrm>
            <a:off x="4088263" y="2855025"/>
            <a:ext cx="3614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(destination)       </a:t>
            </a:r>
            <a:r>
              <a:rPr lang="en-US" b="1" dirty="0"/>
              <a:t>import</a:t>
            </a:r>
            <a:r>
              <a:rPr lang="en-US" dirty="0"/>
              <a:t>      (source)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D94325-C306-1902-DDD1-FBC1C6636C83}"/>
              </a:ext>
            </a:extLst>
          </p:cNvPr>
          <p:cNvSpPr/>
          <p:nvPr/>
        </p:nvSpPr>
        <p:spPr>
          <a:xfrm>
            <a:off x="1617407" y="3103911"/>
            <a:ext cx="1971139" cy="663678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Transfer project: B</a:t>
            </a: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5341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76</Words>
  <Application>Microsoft Office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Data Transfer External Module Diagrams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Mullen, Jim</dc:creator>
  <cp:lastModifiedBy>Mullen, Jim</cp:lastModifiedBy>
  <cp:revision>12</cp:revision>
  <dcterms:created xsi:type="dcterms:W3CDTF">2025-04-14T14:09:14Z</dcterms:created>
  <dcterms:modified xsi:type="dcterms:W3CDTF">2025-08-11T13:38:51Z</dcterms:modified>
</cp:coreProperties>
</file>